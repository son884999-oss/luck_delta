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 자료 · 개발 자동화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22960" y="1078992"/>
            <a:ext cx="10545775" cy="0"/>
          </a:xfrm>
          <a:prstGeom prst="line">
            <a:avLst/>
          </a:prstGeom>
          <a:noFill/>
          <a:ln w="28575">
            <a:solidFill>
              <a:srgbClr val="1F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46888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발표자료 자동화 파이프라인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스크린샷 자동 촬영 → 최신화 → PowerPoint 자동 생성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393192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한 줄로 앱의 모든 기능 화면을 다시 찍고 발표자료를 재생성합니다.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6126480"/>
            <a:ext cx="12191695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부속자료  ·  2026. 05. 31.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자동화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헤드리스 브라우저가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앱을 자동 조작·촬영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175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2900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3872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3872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screenshots/ 폴더의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새 화면으로 갱신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0644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2764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32764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이미지+대본을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PPTX로 자동 조판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0684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16568" y="27614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16568" y="3200400"/>
            <a:ext cx="21122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116568" y="3611880"/>
            <a:ext cx="2112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천문_발표자료.pptx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(공문서 양식 23면)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사람이 화면을 일일이 캡처·붙여넣기 하지 않는다. 코드가 앱을 직접 열어 찍고, 그 자리에서 발표자료까지 만든다.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- 1 -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한 줄이면 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6126480" cy="4114800"/>
          </a:xfrm>
          <a:prstGeom prst="roundRect">
            <a:avLst>
              <a:gd name="adj" fmla="val 1111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48840"/>
            <a:ext cx="5760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화면 캡처만 갱신 (배포본 기준)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shots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갱신된 이미지로 발표자료 생성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pptx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위 둘을 한 번에 (촬영→최신화→빌드)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deck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로컬 개발 서버 대상으로 캡처할 때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shots http://localhost:5173
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040880" y="2194560"/>
            <a:ext cx="45720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400"/>
              </a:spcBef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shots : 앱을 열어 기능별 화면·상호작용을 자동 촬영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: screenshots/ 이미지를 PPTX로 자동 조판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deck : 촬영부터 빌드까지 한 번에 — 기능이 바뀌면 이 한 줄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URL을 인자로 주면 배포본/로컬 선택 가능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결과물: 천문_발표자료.pptx (항상 최신 화면 반영)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- 2 -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캡처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브라우저를 코드로 조작해 촬영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6400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400"/>
              </a:spcBef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+ 시스템 Edge(설치 불필요)로 헤드리스 구동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화면(412×915, 2배 선명도)으로 실제 사용 환경 재현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localStorage에 생년월일을 미리 주입 → 곧바로 메인 화면 진입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버튼·텍스트를 코드가 눌러 각 기능으로 이동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뒤집기·점수 공개·타로 뽑기 등 상호작용까지 자동 수행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결과 화면은 분석 완료(‘메인으로’ 노출)까지 대기 후 촬영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315200" y="2057400"/>
            <a:ext cx="4297680" cy="2926080"/>
          </a:xfrm>
          <a:prstGeom prst="roundRect">
            <a:avLst>
              <a:gd name="adj" fmla="val 1563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194560"/>
            <a:ext cx="3931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scripts/capture-screens.mjs (요약)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 = await chromium.launch(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channel:'msedge', headless:true });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ctx.addInitScript(seed); // 생일 주입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page.getByText('천문 식탁').click();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flipCard(page);   // 카드 뒤집기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page.screenshot(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path:'screenshots/26_food_back.png' });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- 3 -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결과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촬영된 화면 예시</a:t>
            </a:r>
            <a:endParaRPr lang="en-US" sz="2500" dirty="0"/>
          </a:p>
        </p:txBody>
      </p:sp>
      <p:pic>
        <p:nvPicPr>
          <p:cNvPr id="7" name="Image 0" descr="screenshots/03_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3985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8" name="Image 1" descr="screenshots/13_card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356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9" name="Image 2" descr="screenshots/14_card_b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pic>
        <p:nvPicPr>
          <p:cNvPr id="10" name="Image 3" descr="screenshots/24_tarot_resu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099" y="2011680"/>
            <a:ext cx="1811611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sp>
        <p:nvSpPr>
          <p:cNvPr id="11" name="Text 5"/>
          <p:cNvSpPr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· 카드(펼치기 전) · 카드(펼친 후) · 타로 결과 — 모두 사람 손 없이 자동 캡처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- 4 -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2·3단계 · 빌드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이미지+대본을 PPTX로 조판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6400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400"/>
              </a:spcBef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pptxgenjs로 슬라이드를 코드로 생성(공문서 양식 템플릿)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이미지의 실제 해상도를 읽어 비율 보존 배치(세로/가로 자동)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대본(제목·요약·발표 노트)은 스크립트 내 데이터로 관리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머리글·바닥글·쪽번호·괘선을 모든 면에 일관 적용</a:t>
            </a:r>
            <a:endParaRPr lang="en-US" sz="155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노트까지 자동 삽입 → 발표 준비 시간 단축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315200" y="2057400"/>
            <a:ext cx="4297680" cy="2926080"/>
          </a:xfrm>
          <a:prstGeom prst="roundRect">
            <a:avLst>
              <a:gd name="adj" fmla="val 1563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194560"/>
            <a:ext cx="3931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scripts/build-pptx.mjs (요약)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 = [ { no:6, title:'사주 카드',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images:['13_card_front.png'],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bullets:['직접 펼쳐보는 …'] }, … ];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(const c of S)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content(pptx.addSlide(), c);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pptx.writeFile(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fileName:'천문_발표자료.pptx' });
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- 5 -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파이프라인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기능이 바뀌어도 항상 최신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75895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400"/>
              </a:spcBef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UI를 수정하면 `npm run deck` 한 번으로 발표자료 전체가 갱신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수작업 캡처·자르기·정렬이 사라져 휴먼 에러·노동 시간 제거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누락 방지: 기능 목록을 코드가 순회하며 빠짐없이 촬영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제공 실제 폰 캡처(비공개 기능 등)도 함께 임베드 가능</a:t>
            </a:r>
            <a:endParaRPr lang="en-US" sz="1600" dirty="0"/>
          </a:p>
          <a:p>
            <a:pPr marL="228600" indent="-2286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스크립트로 배포본·로컬 어느 환경이든 동일 결과 재현</a:t>
            </a:r>
            <a:endParaRPr lang="en-US" sz="1600" dirty="0"/>
          </a:p>
        </p:txBody>
      </p:sp>
      <p:pic>
        <p:nvPicPr>
          <p:cNvPr id="8" name="Image 0" descr="screenshots/u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023360"/>
            <a:ext cx="3931920" cy="13712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7680960" y="5440296"/>
            <a:ext cx="3931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생성 로그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- 6 -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맺음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945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“발표자료도 코드로 관리한다”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109441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→ 캡처 → 발표자료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 전 과정을 자동화하여,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제품이 진화할 때마다 소개 자료가 손쉽게 함께 진화합니다.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발표자료 자동화 파이프라인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- 7 -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천문 — 발표자료 자동화 파이프라인</dc:title>
  <dc:subject>PptxGenJS Presentation</dc:subject>
  <dc:creator>PptxGenJS</dc:creator>
  <cp:lastModifiedBy>PptxGenJS</cp:lastModifiedBy>
  <cp:revision>1</cp:revision>
  <dcterms:created xsi:type="dcterms:W3CDTF">2026-05-31T13:54:07Z</dcterms:created>
  <dcterms:modified xsi:type="dcterms:W3CDTF">2026-05-31T13:54:07Z</dcterms:modified>
</cp:coreProperties>
</file>