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가능한 자산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모듈 독립형 발표자료 자동화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독립형 — 어디서나 그대로 이식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12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265176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자동 촬영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코드로 열어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화면·상호작용을 캡처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(capture-kit)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9050">
            <a:solidFill>
              <a:srgbClr val="B789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2245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" y="46634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자동 제작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5074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캡처+대본을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공문서 PPTX로 조판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(pptx-kit)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2103120"/>
            <a:ext cx="789401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Bef>
                <a:spcPts val="600"/>
              </a:spcBef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기능(촬영·제작)은 특정 프로젝트에 종속되지 않는 독립 모듈입니다.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scripts/deck/ 폴더만 복사하면 다른 프로그램에 그대로 이식됩니다.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 capture-kit(촬영) · pptx-kit(제작) · imgsize(이미지) — 외부 의존 최소.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앱에서는 "무엇을 누르고 찍을지(셀렉터)"와 "대본"만 새로 쓰면 끝.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브라우저는 시스템 Edge를 사용 → 별도 설치 없이 동작.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어떤 웹 프로젝트든 화면 → 캡처 → 발표자료를 자동화할 수 있습니다.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모듈 독립형 발표자료 자동화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- 1 -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8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자기참조 · Dogfooding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42655" y="384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모듈 독립형 발표자료 자동화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11094415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발표자료 전문은 이 기능으로 제작되었습니다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Bef>
                <a:spcPts val="600"/>
              </a:spcBef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보시는 모든 슬라이드는 사람이 캡처·편집한 것이 아닙니다.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앱을 직접 열어 촬영하고, 그 이미지로 PPTX를 자동 조판했습니다.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본편 「천문_발표자료.pptx」 23면 + 부속 「천문_자동화_파이프라인.pptx」 8면,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이 안내 자료까지 — 전부 동일한 DeckKit 모듈의 산출물입니다.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한 줄(npm run deck)로 촬영 → 최신화 → 발표자료 생성이 끝납니다.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바뀌면 같은 명령으로 발표자료 전체가 항상 최신으로 갱신됩니다.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2103120"/>
            <a:ext cx="4297680" cy="1737360"/>
          </a:xfrm>
          <a:prstGeom prst="roundRect">
            <a:avLst>
              <a:gd name="adj" fmla="val 2632"/>
            </a:avLst>
          </a:prstGeom>
          <a:solidFill>
            <a:srgbClr val="0E153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2402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 자료를 만든 그 명령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deck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촬영(capture) → 최신화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→ PPTX 자동 생성(build)
</a:t>
            </a:r>
            <a:endParaRPr lang="en-US" sz="1150" dirty="0"/>
          </a:p>
        </p:txBody>
      </p:sp>
      <p:pic>
        <p:nvPicPr>
          <p:cNvPr id="10" name="Image 0" descr="screenshots/u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023360"/>
            <a:ext cx="4297680" cy="149877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B2">
                <a:alpha val="40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7315200" y="5567851"/>
            <a:ext cx="4297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생성 로그 — “생성 완료”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D7DB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73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천문(天文) · 모듈 독립형 발표자료 자동화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814255" y="6473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- 2 -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천문 — 모듈 독립형 발표자료 자동화</dc:title>
  <dc:subject>PptxGenJS Presentation</dc:subject>
  <dc:creator/>
  <cp:lastModifiedBy/>
  <cp:revision>1</cp:revision>
  <dcterms:created xsi:type="dcterms:W3CDTF">2026-06-01T00:37:13Z</dcterms:created>
  <dcterms:modified xsi:type="dcterms:W3CDTF">2026-06-01T00:37:13Z</dcterms:modified>
</cp:coreProperties>
</file>