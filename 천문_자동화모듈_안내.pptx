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789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재사용 가능한 자산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442655" y="384048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천문(天文) · 모듈 독립형 발표자료 자동화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19050">
            <a:solidFill>
              <a:srgbClr val="1F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1704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모듈 독립형 — 어디서나 그대로 이식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2743200" cy="1828800"/>
          </a:xfrm>
          <a:prstGeom prst="roundRect">
            <a:avLst>
              <a:gd name="adj" fmla="val 4000"/>
            </a:avLst>
          </a:prstGeom>
          <a:solidFill>
            <a:srgbClr val="F4F6FA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2128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789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49808" y="2651760"/>
            <a:ext cx="25237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기능별 자동 촬영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25237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앱을 코드로 열어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화면·상호작용을 캡처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(capture-kit)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4114800"/>
            <a:ext cx="2743200" cy="1828800"/>
          </a:xfrm>
          <a:prstGeom prst="roundRect">
            <a:avLst>
              <a:gd name="adj" fmla="val 4000"/>
            </a:avLst>
          </a:prstGeom>
          <a:solidFill>
            <a:srgbClr val="F4F6FA"/>
          </a:solidFill>
          <a:ln w="19050">
            <a:solidFill>
              <a:srgbClr val="B7892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422452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789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49808" y="4663440"/>
            <a:ext cx="25237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 자동 제작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49808" y="5074920"/>
            <a:ext cx="25237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캡처+대본을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공문서 PPTX로 조판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(pptx-kit)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749040" y="2103120"/>
            <a:ext cx="7894015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2000"/>
              </a:lnSpc>
              <a:spcBef>
                <a:spcPts val="600"/>
              </a:spcBef>
              <a:spcAft>
                <a:spcPts val="1100"/>
              </a:spcAft>
              <a:buSzPct val="100000"/>
              <a:buChar char="▪"/>
            </a:pPr>
            <a:r>
              <a:rPr lang="en-US" sz="15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기능(촬영·제작)은 특정 프로젝트에 종속되지 않는 독립 모듈입니다.</a:t>
            </a:r>
            <a:endParaRPr lang="en-US" sz="1500" dirty="0"/>
          </a:p>
          <a:p>
            <a:pPr marL="228600" indent="-228600">
              <a:lnSpc>
                <a:spcPct val="112000"/>
              </a:lnSpc>
              <a:spcAft>
                <a:spcPts val="1100"/>
              </a:spcAft>
              <a:buSzPct val="100000"/>
              <a:buChar char="▪"/>
            </a:pPr>
            <a:r>
              <a:rPr lang="en-US" sz="15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scripts/deck/ 폴더만 복사하면 다른 프로그램에 그대로 이식됩니다.</a:t>
            </a:r>
            <a:endParaRPr lang="en-US" sz="1500" dirty="0"/>
          </a:p>
          <a:p>
            <a:pPr marL="228600" indent="-228600">
              <a:lnSpc>
                <a:spcPct val="112000"/>
              </a:lnSpc>
              <a:spcAft>
                <a:spcPts val="1100"/>
              </a:spcAft>
              <a:buSzPct val="100000"/>
              <a:buChar char="▪"/>
            </a:pPr>
            <a:r>
              <a:rPr lang="en-US" sz="15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구성: capture-kit(촬영) · pptx-kit(제작) · imgsize(이미지) — 외부 의존 최소.</a:t>
            </a:r>
            <a:endParaRPr lang="en-US" sz="1500" dirty="0"/>
          </a:p>
          <a:p>
            <a:pPr marL="228600" indent="-228600">
              <a:lnSpc>
                <a:spcPct val="112000"/>
              </a:lnSpc>
              <a:spcAft>
                <a:spcPts val="1100"/>
              </a:spcAft>
              <a:buSzPct val="100000"/>
              <a:buChar char="▪"/>
            </a:pPr>
            <a:r>
              <a:rPr lang="en-US" sz="15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앱에서는 "무엇을 누르고 찍을지(셀렉터)"와 "대본"만 새로 쓰면 끝.</a:t>
            </a:r>
            <a:endParaRPr lang="en-US" sz="1500" dirty="0"/>
          </a:p>
          <a:p>
            <a:pPr marL="228600" indent="-228600">
              <a:lnSpc>
                <a:spcPct val="112000"/>
              </a:lnSpc>
              <a:spcAft>
                <a:spcPts val="1100"/>
              </a:spcAft>
              <a:buSzPct val="100000"/>
              <a:buChar char="▪"/>
            </a:pPr>
            <a:r>
              <a:rPr lang="en-US" sz="15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브라우저는 시스템 Edge를 사용 → 별도 설치 없이 동작.</a:t>
            </a:r>
            <a:endParaRPr lang="en-US" sz="1500" dirty="0"/>
          </a:p>
          <a:p>
            <a:pPr marL="228600" indent="-228600">
              <a:lnSpc>
                <a:spcPct val="112000"/>
              </a:lnSpc>
              <a:spcAft>
                <a:spcPts val="1100"/>
              </a:spcAft>
              <a:buSzPct val="100000"/>
              <a:buChar char="▪"/>
            </a:pPr>
            <a:r>
              <a:rPr lang="en-US" sz="15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결과: 어떤 웹 프로젝트든 화면 → 캡처 → 발표자료를 자동화할 수 있습니다.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6455664"/>
            <a:ext cx="11094415" cy="0"/>
          </a:xfrm>
          <a:prstGeom prst="line">
            <a:avLst/>
          </a:prstGeom>
          <a:noFill/>
          <a:ln w="12700">
            <a:solidFill>
              <a:srgbClr val="D7DBE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64739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천문(天文) · 모듈 독립형 발표자료 자동화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814255" y="647395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- 1 -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789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자기참조 · Dogfooding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442655" y="384048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천문(天文) · 모듈 독립형 발표자료 자동화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19050">
            <a:solidFill>
              <a:srgbClr val="1F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1704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발표자료 전문은 이 기능으로 제작되었습니다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649224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2000"/>
              </a:lnSpc>
              <a:spcBef>
                <a:spcPts val="600"/>
              </a:spcBef>
              <a:spcAft>
                <a:spcPts val="1100"/>
              </a:spcAft>
              <a:buSzPct val="100000"/>
              <a:buChar char="▪"/>
            </a:pPr>
            <a:r>
              <a:rPr lang="en-US" sz="15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보시는 모든 슬라이드는 사람이 캡처·편집한 것이 아닙니다.</a:t>
            </a:r>
            <a:endParaRPr lang="en-US" sz="1500" dirty="0"/>
          </a:p>
          <a:p>
            <a:pPr marL="228600" indent="-228600">
              <a:lnSpc>
                <a:spcPct val="112000"/>
              </a:lnSpc>
              <a:spcAft>
                <a:spcPts val="1100"/>
              </a:spcAft>
              <a:buSzPct val="100000"/>
              <a:buChar char="▪"/>
            </a:pPr>
            <a:r>
              <a:rPr lang="en-US" sz="15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코드가 앱을 직접 열어 촬영하고, 그 이미지로 PPTX를 자동 조판했습니다.</a:t>
            </a:r>
            <a:endParaRPr lang="en-US" sz="1500" dirty="0"/>
          </a:p>
          <a:p>
            <a:pPr marL="228600" indent="-228600">
              <a:lnSpc>
                <a:spcPct val="112000"/>
              </a:lnSpc>
              <a:spcAft>
                <a:spcPts val="1100"/>
              </a:spcAft>
              <a:buSzPct val="100000"/>
              <a:buChar char="▪"/>
            </a:pPr>
            <a:r>
              <a:rPr lang="en-US" sz="15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본편 「천문_발표자료.pptx」 23면 + 부속 「천문_자동화_파이프라인.pptx」 8면,</a:t>
            </a:r>
            <a:endParaRPr lang="en-US" sz="1500" dirty="0"/>
          </a:p>
          <a:p>
            <a:pPr marL="228600" indent="-228600">
              <a:lnSpc>
                <a:spcPct val="112000"/>
              </a:lnSpc>
              <a:spcAft>
                <a:spcPts val="1100"/>
              </a:spcAft>
              <a:buSzPct val="100000"/>
              <a:buChar char="▪"/>
            </a:pPr>
            <a:r>
              <a:rPr lang="en-US" sz="15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이 안내 자료까지 — 전부 동일한 DeckKit 모듈의 산출물입니다.</a:t>
            </a:r>
            <a:endParaRPr lang="en-US" sz="1500" dirty="0"/>
          </a:p>
          <a:p>
            <a:pPr marL="228600" indent="-228600">
              <a:lnSpc>
                <a:spcPct val="112000"/>
              </a:lnSpc>
              <a:spcAft>
                <a:spcPts val="1100"/>
              </a:spcAft>
              <a:buSzPct val="100000"/>
              <a:buChar char="▪"/>
            </a:pPr>
            <a:r>
              <a:rPr lang="en-US" sz="15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 한 줄(npm run deck)로 촬영 → 최신화 → 발표자료 생성이 끝납니다.</a:t>
            </a:r>
            <a:endParaRPr lang="en-US" sz="1500" dirty="0"/>
          </a:p>
          <a:p>
            <a:pPr marL="228600" indent="-228600">
              <a:lnSpc>
                <a:spcPct val="112000"/>
              </a:lnSpc>
              <a:spcAft>
                <a:spcPts val="1100"/>
              </a:spcAft>
              <a:buSzPct val="100000"/>
              <a:buChar char="▪"/>
            </a:pPr>
            <a:r>
              <a:rPr lang="en-US" sz="15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제품이 바뀌면 같은 명령으로 발표자료 전체가 항상 최신으로 갱신됩니다.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0" y="2103120"/>
            <a:ext cx="4297680" cy="1737360"/>
          </a:xfrm>
          <a:prstGeom prst="roundRect">
            <a:avLst>
              <a:gd name="adj" fmla="val 2632"/>
            </a:avLst>
          </a:prstGeom>
          <a:solidFill>
            <a:srgbClr val="0E1530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0" y="2240280"/>
            <a:ext cx="39319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E8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이 자료를 만든 그 명령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0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deck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0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7E8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촬영(capture) → 최신화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7E8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→ PPTX 자동 생성(build)
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6455664"/>
            <a:ext cx="11094415" cy="0"/>
          </a:xfrm>
          <a:prstGeom prst="line">
            <a:avLst/>
          </a:prstGeom>
          <a:noFill/>
          <a:ln w="12700">
            <a:solidFill>
              <a:srgbClr val="D7DB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64739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천문(天文) · 모듈 독립형 발표자료 자동화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814255" y="647395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- 2 -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천문 — 모듈 독립형 발표자료 자동화</dc:title>
  <dc:subject>PptxGenJS Presentation</dc:subject>
  <dc:creator/>
  <cp:lastModifiedBy/>
  <cp:revision>1</cp:revision>
  <dcterms:created xsi:type="dcterms:W3CDTF">2026-06-04T06:55:03Z</dcterms:created>
  <dcterms:modified xsi:type="dcterms:W3CDTF">2026-06-04T06:55:03Z</dcterms:modified>
</cp:coreProperties>
</file>